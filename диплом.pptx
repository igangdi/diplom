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</p:sldIdLst>
  <p:sldSz cx="16256000" cy="9144000"/>
  <p:notesSz cx="9144000" cy="16256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60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 advTm="1294">
        <p159:morph option="byObject"/>
      </p:transition>
    </mc:Choice>
    <mc:Fallback xmlns=""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356030" y="2553948"/>
            <a:ext cx="7810503" cy="43572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sz="1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lang="ru-RU" alt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Продажа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дата продажи, клиент, менеджер, сумма, метод оплаты, статус. </a:t>
            </a:r>
            <a:r>
              <a:rPr lang="ru-RU" sz="1200" b="0" i="0" kern="120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Связь 1:N с Проданные товары, Сборочный заказ</a:t>
            </a:r>
            <a:r>
              <a:rPr lang="ru-RU" sz="1200" kern="1200" dirty="0">
                <a:solidFill>
                  <a:srgbClr val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endParaRPr kumimoji="0" lang="ru-RU" altLang="ru-RU" sz="12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Сборочный заказ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номер сборки, номер продажи, номер сборщика (пользователь), список компонентов, статус, дата создания, дата завершения.</a:t>
            </a: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ФИО, телефон, </a:t>
            </a: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email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.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Связь 1:N с Продажа.</a:t>
            </a:r>
            <a:endParaRPr lang="ru-RU" sz="12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Поставщик 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название компании, контактное лицо, телефон, </a:t>
            </a:r>
            <a:r>
              <a:rPr lang="ru-RU" sz="12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email</a:t>
            </a:r>
            <a:r>
              <a:rPr lang="ru-RU" sz="12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. 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Связь 1:N с </a:t>
            </a:r>
            <a:r>
              <a:rPr lang="ru-RU" alt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2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559149"/>
            <a:ext cx="7986794" cy="7902926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Rectangle 11">
            <a:extLst>
              <a:ext uri="{FF2B5EF4-FFF2-40B4-BE49-F238E27FC236}">
                <a16:creationId xmlns:a16="http://schemas.microsoft.com/office/drawing/2014/main" id="{B8C799C1-7FB2-4A81-9A86-2DBD0C0254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84327"/>
            <a:ext cx="65" cy="56865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44417" rIns="0" bIns="144417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1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1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«Проданный товар»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позиции продажи, идентификатор продажи, идентификатор склада, количество; методы: рассчитать итог продажи, применить скидку, проверить остаток на складе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«Склад»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склада, идентификатор продукта, количество; методы: обновить остаток, получить текущий остаток, зарезервировать остаток, проверить сигнал о низком остатке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«Поставщик»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поставщика, название компании, контактное лицо, телефон; методы: добавить новый продукт, получить заказы поставщика,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«Товар заказа поставщику»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позиции заказа, идентификатор заказа, идентификатор продукта, количество, цена за единицу; методы: рассчитать итог позиции, обновить количество, проверить доступность на складе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«Продукт»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продукта, название продукта, описание, категория, закупочная цена, цена продажи; методы: обновить цену, проверить доступность, получить информацию о продукте, рассчитать прибыль, обновить категорию</a:t>
            </a:r>
          </a:p>
          <a:p>
            <a:pPr>
              <a:lnSpc>
                <a:spcPct val="150000"/>
              </a:lnSpc>
            </a:pPr>
            <a:r>
              <a:rPr lang="ru-RU" sz="11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«Категория» </a:t>
            </a:r>
            <a:r>
              <a:rPr lang="ru-RU" sz="11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категории, название, описание, родительская категория.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9EAC66-7160-4355-B432-853E4389A029}"/>
              </a:ext>
            </a:extLst>
          </p:cNvPr>
          <p:cNvSpPr txBox="1"/>
          <p:nvPr/>
        </p:nvSpPr>
        <p:spPr>
          <a:xfrm>
            <a:off x="2393275" y="2578967"/>
            <a:ext cx="5826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https://github.com/IgangdI/diplom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9FA74-44A8-4744-96E2-083B8088240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213" y="1688672"/>
            <a:ext cx="4724930" cy="457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95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</TotalTime>
  <Words>1728</Words>
  <Application>Microsoft Office PowerPoint</Application>
  <PresentationFormat>Произвольный</PresentationFormat>
  <Paragraphs>223</Paragraphs>
  <Slides>22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Times New Roman</vt:lpstr>
      <vt:lpstr>Aptos</vt:lpstr>
      <vt:lpstr>Calibri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39</cp:revision>
  <dcterms:created xsi:type="dcterms:W3CDTF">2026-06-10T10:43:57Z</dcterms:created>
  <dcterms:modified xsi:type="dcterms:W3CDTF">2026-06-15T07:45:47Z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